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05256" y="15016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F44"/>
                </a:solidFill>
              </a:defRPr>
            </a:pPr>
            <a:r>
              <a:rPr dirty="0"/>
              <a:t>From Caesar to Vigenère: Evolution of Substitution Ciphers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2459736"/>
            <a:ext cx="6400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2B37"/>
                </a:solidFill>
              </a:defRPr>
            </a:pPr>
            <a:r>
              <a:t>Name        :-  Lekkala Dattu Kumar</a:t>
            </a:r>
          </a:p>
          <a:p>
            <a:pPr>
              <a:spcAft>
                <a:spcPts val="1600"/>
              </a:spcAft>
              <a:defRPr sz="2000">
                <a:solidFill>
                  <a:srgbClr val="232B37"/>
                </a:solidFill>
              </a:defRPr>
            </a:pPr>
            <a:r>
              <a:t>Reg No      :-  192324141</a:t>
            </a:r>
          </a:p>
          <a:p>
            <a:pPr>
              <a:spcAft>
                <a:spcPts val="1600"/>
              </a:spcAft>
              <a:defRPr sz="2000">
                <a:solidFill>
                  <a:srgbClr val="232B37"/>
                </a:solidFill>
              </a:defRPr>
            </a:pPr>
            <a:r>
              <a:t>Course Code :-  CSA5107</a:t>
            </a:r>
          </a:p>
          <a:p>
            <a:pPr>
              <a:spcAft>
                <a:spcPts val="1600"/>
              </a:spcAft>
              <a:defRPr sz="2000">
                <a:solidFill>
                  <a:srgbClr val="232B37"/>
                </a:solidFill>
              </a:defRPr>
            </a:pPr>
            <a:r>
              <a:t>Course Name :-  Cryptography and Networks Security</a:t>
            </a:r>
          </a:p>
          <a:p>
            <a:pPr>
              <a:spcAft>
                <a:spcPts val="1600"/>
              </a:spcAft>
              <a:defRPr sz="2000">
                <a:solidFill>
                  <a:srgbClr val="232B37"/>
                </a:solidFill>
              </a:defRPr>
            </a:pPr>
            <a:r>
              <a:t>Incharge    :-  P.Jesu jayarin</a:t>
            </a:r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300742"/>
            <a:ext cx="4983480" cy="4297680"/>
          </a:xfrm>
          <a:prstGeom prst="rect">
            <a:avLst/>
          </a:prstGeom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id="{5C694712-B4DC-594B-D985-855D5E8C32A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905256" y="417078"/>
            <a:ext cx="9920494" cy="855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53128" y="658368"/>
            <a:ext cx="71323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A1F44"/>
                </a:solidFill>
              </a:defRPr>
            </a:pPr>
            <a:r>
              <a:rPr dirty="0"/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AE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Substitution ciphers replace plaintext characters with other characters to produce ciphertext.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Caesar Cipher uses a fixed shift for every letter and provides the basic foundation of substitution encryption.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Vigenère Cipher extends the idea using a keyword and multiple substitution alphabets.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The evolution demonstrates how changing the substitution pattern can make basic cryptanalysis more difficult.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Objective: implement, compare, encrypt/decrypt, and analyze Caesar and Vigenère ciphers.</a:t>
            </a:r>
          </a:p>
        </p:txBody>
      </p:sp>
      <p:pic>
        <p:nvPicPr>
          <p:cNvPr id="6" name="Picture 5" descr="caes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63040"/>
            <a:ext cx="4114800" cy="4480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E9D3C-AD0F-A68B-1D8F-06EF4B67946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7CFC51-68F9-78DC-3E89-BC0EB5824B8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41648" y="658368"/>
            <a:ext cx="7543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A1F44"/>
                </a:solidFill>
              </a:defRPr>
            </a:pPr>
            <a:r>
              <a:rPr dirty="0"/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AE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Classical substitution ciphers form the foundation for understanding modern cryptography.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Caesar is a monoalphabetic technique: the same shift is applied throughout the message.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Monoalphabetic substitution improves the key space but still preserves strong frequency patterns.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Vigenère is a polyalphabetic technique that changes the substitution according to a repeating keyword.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Frequency analysis is therefore more direct against Caesar than against basic Vigenère.</a:t>
            </a:r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63040"/>
            <a:ext cx="4114800" cy="4480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E4C481-5A9E-9010-BCA5-0BEA06FA1C9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A340C8-61D6-5339-5450-0E7DDA13758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62856" y="658368"/>
            <a:ext cx="702259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A1F44"/>
                </a:solidFill>
              </a:defRPr>
            </a:pPr>
            <a:r>
              <a:rPr dirty="0"/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AE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Input: plaintext and secret key/shift.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1. Convert letters to numerical values (A=0 to Z=25).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2. Caesar: apply C = (P + K) mod 26.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3. Vigenère: apply Cᵢ = (Pᵢ + Kᵢ) mod 26.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4. Decrypt using the corresponding inverse operation.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5. Validate that decrypted text matches the original plaintext.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Example: HELLO + KEY → RIJVS.</a:t>
            </a:r>
          </a:p>
        </p:txBody>
      </p:sp>
      <p:pic>
        <p:nvPicPr>
          <p:cNvPr id="6" name="Picture 5" descr="vigen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63040"/>
            <a:ext cx="4114800" cy="4480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6AA47-58E6-47DD-40A4-F904EC03BC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E222D0-716A-1BB7-669E-B9F99BFECF9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63824" y="658368"/>
            <a:ext cx="842162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A1F44"/>
                </a:solidFill>
              </a:defRPr>
            </a:pPr>
            <a:r>
              <a:rPr dirty="0"/>
              <a:t>Results and Discussion /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AE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32B37"/>
                </a:solidFill>
              </a:defRPr>
            </a:pPr>
            <a:r>
              <a:t>Results: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• Caesar: HELLO with shift 3 → KHOOR.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• Vigenère: HELLO with key KEY → RIJVS.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• Vigenère changes substitutions across positions and reduces simple frequency patterns.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Conclusion: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• The experiment validates the evolution from fixed to polyalphabetic substitution.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• Both are classical ciphers and are not suitable for modern secure communication.</a:t>
            </a:r>
          </a:p>
        </p:txBody>
      </p:sp>
      <p:pic>
        <p:nvPicPr>
          <p:cNvPr id="6" name="Picture 5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63040"/>
            <a:ext cx="4114800" cy="4480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21D215-4075-4991-2152-D99AE32D758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FBEB89-B4F7-1097-843B-06EFFB77397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331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Dathu Kumar</dc:creator>
  <cp:keywords/>
  <dc:description>generated using python-pptx</dc:description>
  <cp:lastModifiedBy>Dathu Kumar</cp:lastModifiedBy>
  <cp:revision>3</cp:revision>
  <dcterms:created xsi:type="dcterms:W3CDTF">2013-01-27T09:14:16Z</dcterms:created>
  <dcterms:modified xsi:type="dcterms:W3CDTF">2026-10-08T09:25:59Z</dcterms:modified>
  <cp:category/>
</cp:coreProperties>
</file>